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2" r:id="rId15"/>
    <p:sldId id="271" r:id="rId16"/>
    <p:sldId id="273" r:id="rId17"/>
    <p:sldId id="270" r:id="rId18"/>
    <p:sldId id="265" r:id="rId19"/>
  </p:sldIdLst>
  <p:sldSz cx="18288000" cy="10287000"/>
  <p:notesSz cx="6858000" cy="9144000"/>
  <p:embeddedFontLst>
    <p:embeddedFont>
      <p:font typeface="Bookman Old Style" panose="02050604050505020204" pitchFamily="18" charset="0"/>
      <p:regular r:id="rId21"/>
      <p:bold r:id="rId22"/>
      <p:italic r:id="rId23"/>
      <p:boldItalic r:id="rId24"/>
    </p:embeddedFont>
    <p:embeddedFont>
      <p:font typeface="Cambria" panose="02040503050406030204" pitchFamily="18" charset="0"/>
      <p:regular r:id="rId25"/>
      <p:bold r:id="rId26"/>
      <p:italic r:id="rId27"/>
      <p:boldItalic r:id="rId28"/>
    </p:embeddedFont>
    <p:embeddedFont>
      <p:font typeface="Gotham" panose="020B0604020202020204" charset="0"/>
      <p:regular r:id="rId29"/>
    </p:embeddedFont>
    <p:embeddedFont>
      <p:font typeface="Gotham Bold Italics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4CDADB-D20A-4732-9914-CAAB9A051F5D}" v="9" dt="2026-05-05T15:50:09.6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7" d="100"/>
          <a:sy n="57" d="100"/>
        </p:scale>
        <p:origin x="56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ABDD58-D014-456B-9A66-D53615402278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4582A-EF0C-46DB-ABBC-96EDC2387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661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4582A-EF0C-46DB-ABBC-96EDC238730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520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JS BASED WEB APPLICATION FOR TICKET BOOKING 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69" y="7800539"/>
            <a:ext cx="10051165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VINAY VIKRANT SINDAMKAR – VTU25539 – 23UECS0608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S.HEMAMALINI– M.E.,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Ph.D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.,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9 – </a:t>
            </a:r>
            <a:r>
              <a:rPr 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(Industry ,Innovation ,&amp;Infrastructure) &amp; 12(Responsible Consumption and Production)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58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108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33CC"/>
                </a:solidFill>
              </a:rPr>
              <a:t>Background of the problem:</a:t>
            </a:r>
          </a:p>
          <a:p>
            <a:endParaRPr lang="en-US" sz="2800" dirty="0"/>
          </a:p>
          <a:p>
            <a:r>
              <a:rPr lang="en-US" sz="2800" dirty="0"/>
              <a:t>Manual ticket booking systems lack automation and real-time seat management.</a:t>
            </a:r>
            <a:endParaRPr lang="en-IN" sz="2800" dirty="0"/>
          </a:p>
          <a:p>
            <a:endParaRPr lang="en-US" sz="2800" dirty="0"/>
          </a:p>
          <a:p>
            <a:r>
              <a:rPr lang="en-US" sz="2800" b="1" dirty="0">
                <a:solidFill>
                  <a:srgbClr val="0033CC"/>
                </a:solidFill>
              </a:rPr>
              <a:t>Why this project is important:</a:t>
            </a:r>
          </a:p>
          <a:p>
            <a:endParaRPr lang="en-US" sz="2800" dirty="0"/>
          </a:p>
          <a:p>
            <a:r>
              <a:rPr lang="en-US" sz="2800" dirty="0"/>
              <a:t>It simplifies ticket booking and provides instant confirmation with reduced errors.</a:t>
            </a:r>
          </a:p>
          <a:p>
            <a:endParaRPr lang="en-US" sz="2800" b="1" dirty="0"/>
          </a:p>
          <a:p>
            <a:r>
              <a:rPr lang="en-US" sz="2800" b="1" dirty="0">
                <a:solidFill>
                  <a:srgbClr val="0033CC"/>
                </a:solidFill>
              </a:rPr>
              <a:t>Real-world relevance:</a:t>
            </a:r>
          </a:p>
          <a:p>
            <a:endParaRPr lang="en-US" sz="2800" dirty="0"/>
          </a:p>
          <a:p>
            <a:r>
              <a:rPr lang="en-US" sz="2800" dirty="0"/>
              <a:t>Useful for managing departmental events like technical fests, seminars, and workshops.</a:t>
            </a:r>
          </a:p>
          <a:p>
            <a:endParaRPr lang="en-US" sz="2800" dirty="0"/>
          </a:p>
          <a:p>
            <a:r>
              <a:rPr lang="en-US" sz="2800" b="1" dirty="0">
                <a:solidFill>
                  <a:srgbClr val="0033CC"/>
                </a:solidFill>
              </a:rPr>
              <a:t>Brief overview of the system:</a:t>
            </a:r>
          </a:p>
          <a:p>
            <a:endParaRPr lang="en-US" sz="2800" dirty="0"/>
          </a:p>
          <a:p>
            <a:r>
              <a:rPr lang="en-US" sz="2800" dirty="0"/>
              <a:t>Useful for managing departmental events like technical fests, seminars, and workshops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6" name="Group 37">
            <a:extLst>
              <a:ext uri="{FF2B5EF4-FFF2-40B4-BE49-F238E27FC236}">
                <a16:creationId xmlns:a16="http://schemas.microsoft.com/office/drawing/2014/main" id="{E5F04D9D-308A-3183-6836-B0EC5388A6D1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7" name="Freeform 38">
              <a:extLst>
                <a:ext uri="{FF2B5EF4-FFF2-40B4-BE49-F238E27FC236}">
                  <a16:creationId xmlns:a16="http://schemas.microsoft.com/office/drawing/2014/main" id="{DD6C4498-CEE7-2D27-F0C3-97EBEC11E86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9">
              <a:extLst>
                <a:ext uri="{FF2B5EF4-FFF2-40B4-BE49-F238E27FC236}">
                  <a16:creationId xmlns:a16="http://schemas.microsoft.com/office/drawing/2014/main" id="{2238B763-36E8-D0F8-087D-09B56E0E974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121641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6526" y="2176003"/>
            <a:ext cx="15082325" cy="1529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booking for internal events in institutions is often manual or basic.</a:t>
            </a:r>
          </a:p>
          <a:p>
            <a:pPr marL="457200" indent="-457200">
              <a:buFontTx/>
              <a:buChar char="-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systems cause difficulties in managing participants and tracking availability.</a:t>
            </a:r>
          </a:p>
          <a:p>
            <a:pPr marL="457200" indent="-457200">
              <a:buFontTx/>
              <a:buChar char="-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 such as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overbooking,data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mismatches,and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delayed confirmations occur.</a:t>
            </a:r>
          </a:p>
          <a:p>
            <a:pPr marL="457200" indent="-457200">
              <a:buFontTx/>
              <a:buChar char="-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system exists for monitoring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bookkings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generating reports.</a:t>
            </a:r>
          </a:p>
          <a:p>
            <a:pPr marL="457200" indent="-457200">
              <a:buFontTx/>
              <a:buChar char="-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automation reduces efficiency and increases workload.</a:t>
            </a:r>
          </a:p>
          <a:p>
            <a:pPr marL="457200" indent="-457200">
              <a:buFontTx/>
              <a:buChar char="-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Secure,reliable,automated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is needed for smooth ticket booking.</a:t>
            </a:r>
          </a:p>
          <a:p>
            <a:pPr marL="457200" indent="-457200">
              <a:buFontTx/>
              <a:buChar char="-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 improve accuracy and user experience.</a:t>
            </a:r>
          </a:p>
          <a:p>
            <a:pPr marL="457200" indent="-457200">
              <a:buFontTx/>
              <a:buChar char="-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benefit from better event management and reporting tools.</a:t>
            </a:r>
          </a:p>
          <a:p>
            <a:pPr marL="457200" indent="-457200">
              <a:buFontTx/>
              <a:buChar char="-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2FF1B020-E599-4243-0745-94658C4B75D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8D5722D6-1AB3-AFC3-50FD-97E032A64A8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8C494B58-803A-A1A0-E7D1-2C6625F9E9E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CF58B49F-CF64-89F9-D6CB-EEBCFCA5C76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BFE0BB44-45F2-A4A6-9B89-0E8576D618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B7E50780-1EA1-5613-9DE5-1713C4D8E91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C6502AF-CCC8-31E6-FA60-391BF4CC2DF4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endParaRPr lang="en-US" sz="2800" dirty="0"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US" sz="2800" dirty="0"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US" sz="2800" dirty="0">
              <a:cs typeface="Times New Roman" panose="02020603050405020304" pitchFamily="18" charset="0"/>
            </a:endParaRPr>
          </a:p>
          <a:p>
            <a:r>
              <a:rPr lang="en-US" sz="2800" dirty="0">
                <a:cs typeface="Times New Roman" panose="02020603050405020304" pitchFamily="18" charset="0"/>
              </a:rPr>
              <a:t> To Design and develop a React JS-based web application for efficient event ticket booking.</a:t>
            </a:r>
          </a:p>
          <a:p>
            <a:endParaRPr lang="en-US" sz="2800" dirty="0">
              <a:cs typeface="Times New Roman" panose="02020603050405020304" pitchFamily="18" charset="0"/>
            </a:endParaRPr>
          </a:p>
          <a:p>
            <a:r>
              <a:rPr lang="en-US" sz="2800" dirty="0">
                <a:cs typeface="Times New Roman" panose="02020603050405020304" pitchFamily="18" charset="0"/>
              </a:rPr>
              <a:t>To provide real-time ticket availability and instant booking confirmation.</a:t>
            </a:r>
          </a:p>
          <a:p>
            <a:endParaRPr lang="en-US" sz="2800" dirty="0">
              <a:cs typeface="Times New Roman" panose="02020603050405020304" pitchFamily="18" charset="0"/>
            </a:endParaRPr>
          </a:p>
          <a:p>
            <a:r>
              <a:rPr lang="en-US" sz="2800" dirty="0">
                <a:cs typeface="Times New Roman" panose="02020603050405020304" pitchFamily="18" charset="0"/>
              </a:rPr>
              <a:t>To develop an admin panel for managing events, bookings, and users.</a:t>
            </a:r>
          </a:p>
          <a:p>
            <a:endParaRPr lang="en-US" sz="2800" dirty="0">
              <a:cs typeface="Times New Roman" panose="02020603050405020304" pitchFamily="18" charset="0"/>
            </a:endParaRPr>
          </a:p>
          <a:p>
            <a:r>
              <a:rPr lang="en-US" sz="2800" dirty="0">
                <a:cs typeface="Times New Roman" panose="02020603050405020304" pitchFamily="18" charset="0"/>
              </a:rPr>
              <a:t>To develop an admin panel for managing events, bookings, and users.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1043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/>
              <a:t>1.The proposed system is a React JS-based web application for managing event ticket booking in a single platform.</a:t>
            </a:r>
          </a:p>
          <a:p>
            <a:pPr lvl="1"/>
            <a:endParaRPr lang="en-US" sz="2800" dirty="0"/>
          </a:p>
          <a:p>
            <a:r>
              <a:rPr lang="en-US" sz="2800" dirty="0"/>
              <a:t>     2. It allows users to register, view events, and book tickets.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     3. Admin can create and manage events.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     4. It provides real-time ticket availability and instant booking confirmation.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     5. The system stores booking details securely and generates reports.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     6. It reduces manual work and saves time.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     7. It avoids mistakes in Money calculation.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     8. It is faster and more efficient than manual systems.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25879" y="40048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F283DDE-1616-62AE-4C34-D40B631B4EC7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277AC33-DE92-DEAD-3684-F9E584FE7CE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56B25065-0B92-DE42-94C2-2ECB8CBB349C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0" y="48663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10709075" y="1628893"/>
            <a:ext cx="6776525" cy="8171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500" b="1" dirty="0">
                <a:latin typeface="Arial" panose="020B0604020202020204" pitchFamily="34" charset="0"/>
              </a:rPr>
              <a:t>User (Student):</a:t>
            </a:r>
            <a:r>
              <a:rPr lang="en-US" altLang="en-US" sz="2500" dirty="0">
                <a:latin typeface="Arial" panose="020B0604020202020204" pitchFamily="34" charset="0"/>
              </a:rPr>
              <a:t> Accesses the system to browse events and book tickets.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500" b="1" dirty="0">
                <a:latin typeface="Arial" panose="020B0604020202020204" pitchFamily="34" charset="0"/>
              </a:rPr>
              <a:t>User Web Portal (React JS):</a:t>
            </a:r>
            <a:r>
              <a:rPr lang="en-US" altLang="en-US" sz="2500" dirty="0">
                <a:latin typeface="Arial" panose="020B0604020202020204" pitchFamily="34" charset="0"/>
              </a:rPr>
              <a:t> Provides the interface for registration, booking, and navigation.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500" b="1" dirty="0">
                <a:latin typeface="Arial" panose="020B0604020202020204" pitchFamily="34" charset="0"/>
              </a:rPr>
              <a:t>Payment Gateway:</a:t>
            </a:r>
            <a:r>
              <a:rPr lang="en-US" altLang="en-US" sz="2500" dirty="0">
                <a:latin typeface="Arial" panose="020B0604020202020204" pitchFamily="34" charset="0"/>
              </a:rPr>
              <a:t> Handles secure online transactions and updates booking status.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500" b="1" dirty="0">
                <a:latin typeface="Arial" panose="020B0604020202020204" pitchFamily="34" charset="0"/>
              </a:rPr>
              <a:t>Confirmation Service (Email/SMS):</a:t>
            </a:r>
            <a:r>
              <a:rPr lang="en-US" altLang="en-US" sz="2500" dirty="0">
                <a:latin typeface="Arial" panose="020B0604020202020204" pitchFamily="34" charset="0"/>
              </a:rPr>
              <a:t> Sends ticket details and booking confirmations instantly.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500" b="1" dirty="0">
                <a:latin typeface="Arial" panose="020B0604020202020204" pitchFamily="34" charset="0"/>
              </a:rPr>
              <a:t>Node.js Server &amp; API Gateway:</a:t>
            </a:r>
            <a:r>
              <a:rPr lang="en-US" altLang="en-US" sz="2500" dirty="0">
                <a:latin typeface="Arial" panose="020B0604020202020204" pitchFamily="34" charset="0"/>
              </a:rPr>
              <a:t> Processes requests, applies business logic, and connects components.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500" b="1" dirty="0">
                <a:latin typeface="Arial" panose="020B0604020202020204" pitchFamily="34" charset="0"/>
              </a:rPr>
              <a:t>Admin Dashboard (React JS):</a:t>
            </a:r>
            <a:r>
              <a:rPr lang="en-US" altLang="en-US" sz="2500" dirty="0">
                <a:latin typeface="Arial" panose="020B0604020202020204" pitchFamily="34" charset="0"/>
              </a:rPr>
              <a:t> Allows event creation, booking management, and report generation.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500" b="1" dirty="0">
                <a:latin typeface="Arial" panose="020B0604020202020204" pitchFamily="34" charset="0"/>
              </a:rPr>
              <a:t>Firebase Database (Cloud </a:t>
            </a:r>
            <a:r>
              <a:rPr lang="en-US" altLang="en-US" sz="2500" b="1" dirty="0" err="1">
                <a:latin typeface="Arial" panose="020B0604020202020204" pitchFamily="34" charset="0"/>
              </a:rPr>
              <a:t>Firestore</a:t>
            </a:r>
            <a:r>
              <a:rPr lang="en-US" altLang="en-US" sz="2500" b="1" dirty="0">
                <a:latin typeface="Arial" panose="020B0604020202020204" pitchFamily="34" charset="0"/>
              </a:rPr>
              <a:t>):</a:t>
            </a:r>
            <a:r>
              <a:rPr lang="en-US" altLang="en-US" sz="2500" dirty="0">
                <a:latin typeface="Arial" panose="020B0604020202020204" pitchFamily="34" charset="0"/>
              </a:rPr>
              <a:t> Stores user, event, and booking data securely.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500" b="1" dirty="0">
                <a:latin typeface="Arial" panose="020B0604020202020204" pitchFamily="34" charset="0"/>
              </a:rPr>
              <a:t>Firebase Authentication:</a:t>
            </a:r>
            <a:r>
              <a:rPr lang="en-US" altLang="en-US" sz="2500" dirty="0">
                <a:latin typeface="Arial" panose="020B0604020202020204" pitchFamily="34" charset="0"/>
              </a:rPr>
              <a:t> Ensures secure login and identity management for users and admins.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A4E3BC-AE56-4FD3-56EC-32CA25616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909" y="1940495"/>
            <a:ext cx="8004291" cy="73178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581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5FF0B2D0-7843-1835-7081-F69B51BDD5B8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E43E843-CEEF-9B58-BAB6-E0FEFB947A9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B7A3D907-9F7C-D8D3-DE54-E07FC037F8C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227AAD5-ADC9-D793-08DE-3474AB19C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952" y="1638300"/>
            <a:ext cx="14807347" cy="48204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D097E0-A4F6-634E-C687-99635431E7D4}"/>
              </a:ext>
            </a:extLst>
          </p:cNvPr>
          <p:cNvSpPr txBox="1"/>
          <p:nvPr/>
        </p:nvSpPr>
        <p:spPr>
          <a:xfrm>
            <a:off x="2173705" y="6684008"/>
            <a:ext cx="141860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Students register, log in, and manage their profiles securely.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 Management (Admin):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Admins create, update, or delete events in the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Ticket Booking &amp; Processing: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Users view events, select tickets, make payments, and bookings are stored.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Booking Confirmation: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System generates tickets, sends email/SMS confirmations, and allows downloads.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676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96336" y="1041650"/>
            <a:ext cx="15082325" cy="1474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1.HTML5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2.CSS3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3.JavaScript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4.React JS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1.Node JS  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1.Firebase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API: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1.React JS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2.React Router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3.MongoDB/MySQL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1.VS Code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2.Antigravity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1.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Intel i3, 4 GB RAM, 10 GB storage, stable internet; recommended Intel i5, 8 GB RAM, SSD, full HD display.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2. Windows/Mac/Linux OS, VS Code, Node.js v18+,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/yarn, MongoDB/MySQL server, Chrome/Edge browser, Git, optional Postman/Docker.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D847D41-4470-420F-942D-93587F92804D}"/>
              </a:ext>
            </a:extLst>
          </p:cNvPr>
          <p:cNvGrpSpPr/>
          <p:nvPr/>
        </p:nvGrpSpPr>
        <p:grpSpPr>
          <a:xfrm>
            <a:off x="14401800" y="-2955537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A4FD480D-1445-2C4B-DB46-82271E5DF7B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26A1CA4A-B4D1-F4E6-0933-879F4CA7F8F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180294" y="2035716"/>
            <a:ext cx="15082325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user registration, login, and profile management with secure authentication.</a:t>
            </a:r>
          </a:p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Ticket Booking &amp; Processing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the main business logic for selecting events, booking tickets, and processing payments.</a:t>
            </a:r>
          </a:p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Database Management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Manages storage of user details, event data, and booking records while ensuring data integrity.</a:t>
            </a:r>
          </a:p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Integration &amp; Enhancements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Includes third‑party APIs for payment gateways, OTP verification, and optional features like chatbots or maps.</a:t>
            </a:r>
          </a:p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Reporting &amp; Analytics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booking reports, usage statistics, and visual insights for administrators.</a:t>
            </a:r>
          </a:p>
          <a:p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112408" y="2447716"/>
            <a:ext cx="1508232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Page: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upcoming events and ticket options with a clean navigation bar.</a:t>
            </a:r>
          </a:p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Page: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users to securely sign in with email and password authentication.</a:t>
            </a:r>
          </a:p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Module (Ticket Booking):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event selection, seat booking, and payment processing.</a:t>
            </a:r>
          </a:p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Page: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booking confirmation, ticket details, and downloadable receipt.</a:t>
            </a:r>
          </a:p>
          <a:p>
            <a:pPr marL="457200" indent="-457200">
              <a:buFontTx/>
              <a:buChar char="-"/>
            </a:pP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1968925" y="1535320"/>
            <a:ext cx="6248401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upcoming </a:t>
            </a: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technical, cultural, and entertainment events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clean grid layout.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event details like </a:t>
            </a: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date, time, venue, price, and availability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</a:t>
            </a: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tickets or join online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directly from the dashboard.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real‑time updates and easy access to event categories.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user experience with a </a:t>
            </a: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modern, organized interface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event management.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D668B4-719C-8851-E2E9-7D2999F3D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1" y="1706582"/>
            <a:ext cx="7913995" cy="68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64133" y="1485900"/>
            <a:ext cx="52578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3200" b="1" dirty="0"/>
              <a:t>Admin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669F5E-D683-06DA-6F1A-B1A71266369B}"/>
              </a:ext>
            </a:extLst>
          </p:cNvPr>
          <p:cNvSpPr txBox="1"/>
          <p:nvPr/>
        </p:nvSpPr>
        <p:spPr>
          <a:xfrm>
            <a:off x="9922234" y="1277380"/>
            <a:ext cx="52578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3200" b="1" dirty="0"/>
              <a:t>User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692DFD-6E98-89D6-2A9C-89F636006C8F}"/>
              </a:ext>
            </a:extLst>
          </p:cNvPr>
          <p:cNvCxnSpPr/>
          <p:nvPr/>
        </p:nvCxnSpPr>
        <p:spPr>
          <a:xfrm>
            <a:off x="9448800" y="1697977"/>
            <a:ext cx="0" cy="7484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6250738-97FF-537A-E394-F7E2D6AEA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871" y="3140934"/>
            <a:ext cx="7161677" cy="391321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E86C62F-6EEA-0250-B462-C98606CB5B91}"/>
              </a:ext>
            </a:extLst>
          </p:cNvPr>
          <p:cNvSpPr txBox="1"/>
          <p:nvPr/>
        </p:nvSpPr>
        <p:spPr>
          <a:xfrm>
            <a:off x="9826781" y="7157633"/>
            <a:ext cx="7342769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login with role selection for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admins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and password authentication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a modern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role‑based access control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event and ticket management.</a:t>
            </a:r>
          </a:p>
        </p:txBody>
      </p:sp>
      <p:sp>
        <p:nvSpPr>
          <p:cNvPr id="38" name="AutoShape 3">
            <a:extLst>
              <a:ext uri="{FF2B5EF4-FFF2-40B4-BE49-F238E27FC236}">
                <a16:creationId xmlns:a16="http://schemas.microsoft.com/office/drawing/2014/main" id="{42A2149B-9BE4-33A4-E96F-A59CADF283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" name="AutoShape 5">
            <a:extLst>
              <a:ext uri="{FF2B5EF4-FFF2-40B4-BE49-F238E27FC236}">
                <a16:creationId xmlns:a16="http://schemas.microsoft.com/office/drawing/2014/main" id="{8DD83181-5F4E-E65C-F490-55E525BB66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5F864111-3C57-6A27-53C4-9C86833401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730" y="5691300"/>
            <a:ext cx="6841869" cy="386699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683539B-AD0C-C2C7-2DCA-BACBCB40B659}"/>
              </a:ext>
            </a:extLst>
          </p:cNvPr>
          <p:cNvSpPr txBox="1"/>
          <p:nvPr/>
        </p:nvSpPr>
        <p:spPr>
          <a:xfrm>
            <a:off x="1736073" y="3039074"/>
            <a:ext cx="7407927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access for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authorized admins only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Admin ID and Security Key.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features like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Forgot Password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a clear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 Admin Portal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button.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restricted role‑based entry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events and bookings.</a:t>
            </a:r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9754721" y="1749010"/>
            <a:ext cx="711739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a </a:t>
            </a: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seminar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focused on AI and Machine Learning trends.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clear details like </a:t>
            </a: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date, time, venue, and organizer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ticket information including </a:t>
            </a: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price, total seats, and remaining availability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 </a:t>
            </a: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 to Book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button for easy registration.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booking with </a:t>
            </a:r>
            <a:r>
              <a:rPr lang="en-US" altLang="en-US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EventSphere</a:t>
            </a: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authentication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02460B-01F7-C379-5896-58B0FC27A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821" y="1695377"/>
            <a:ext cx="7148179" cy="695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ADB03-5949-76CF-730D-FE5AC6B0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341F564-4633-428C-1F61-C503FD5273F1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1FA13A8-928A-9F16-48B2-4EDC4C148B0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3C684A6-1477-B610-0A9F-CDE5A866C9C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BFD91F5-CD9A-E8BA-7FF7-B828C51DBDAA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1D3B593-5A0E-46DF-756F-9A6B724213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946D6BE-BC77-E9AB-16E6-CEAE4EC0386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9330135-71E2-ADA0-7F41-06E42DB5D58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FA87DBC-CC89-B390-A600-F2BCC5965AD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ECA32750-0933-E1A1-02FD-38092240BB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C689BC3-874A-43DE-7ADA-76D7D45F17BE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AAAE51B-4974-D365-CB1C-3417B949CB4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9D04FC35-9F18-F798-684B-6BBE67C4701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670C5D5-4C3F-1D22-E9E5-0681D9C0FF3F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DB16E9D-BC44-D564-5FDF-928384F97CD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B15F0F5-9239-83CF-3B8C-609163E6FF0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0567A03-29B2-4F9E-E631-36FE41FB4BC1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3A0904EA-F016-AFDC-A93E-B4FBF8DF5EC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D2E5C0B-6A56-6C5E-3BFF-5914EABDA1A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C49E1BF9-01E4-4D78-0B81-1515246F3BDF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A615322-55A4-6B71-EFFE-393EDD590EA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9A62FE6-6F7A-31CB-33FC-4089D50C8E8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E5E3F7C-D94E-AEED-EB88-5EF146652DE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F97EDCC-00E9-DB52-74AC-0D01F0EF633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487E87BA-4DFA-76C8-6EE6-6878BA06A52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C2200B9-01A2-94A2-1F5B-1D6A25073A7A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926722E-12F6-5180-2638-ACFB885B5AA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EC42E6E-8AD6-04E2-8BD4-7FBD7CBDD24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72E90A24-DC79-6DE6-2922-BC4E3DF1ABC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6050E7B-D09F-A7E8-04A5-30F04395C26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BA8DA712-CF93-8857-BCB8-2E1D0BE7153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1063915-37FA-F966-5F01-81884DC752A6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2051EF-BCD0-491C-2351-0C381CC19775}"/>
              </a:ext>
            </a:extLst>
          </p:cNvPr>
          <p:cNvSpPr txBox="1"/>
          <p:nvPr/>
        </p:nvSpPr>
        <p:spPr>
          <a:xfrm>
            <a:off x="2464391" y="2475171"/>
            <a:ext cx="6234781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successful booking with event details, user name, and transaction ID.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ticket information including </a:t>
            </a: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price, quantity, and total amount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options like </a:t>
            </a: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Another Event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quick navigation.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EAEEF2-58EF-E09C-B3FC-C9009379D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3965" y="1741027"/>
            <a:ext cx="7067321" cy="695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07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31A08-FC7E-E512-85E3-5A8DF3EB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BB2DCE9-09B2-3827-0C54-7250AFB7359C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2DCF036-D101-249B-C54F-D58E4E597A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D1170D6-06BB-DFFF-2477-50FD484405A4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785E3DA-43D7-6E2B-749D-244B47A44AF5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087445-13BC-A3C2-4EAB-172A2DFF82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D6BC875-4EF7-1E48-E27F-CD2CB9084C9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A246BAE-7768-85A5-769E-DD4E0EC948CC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D5386C6-D378-1F86-3A74-665CAF7093C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388E6EA-CC2C-1138-B38D-334C1FAC67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FAEF74E-26CF-34A1-C455-EACB215CD50D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D273E81-3F09-3E12-65AB-91ACBC666C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0AFF68D-04DA-05F5-EEFC-F8696BEA8B6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1E02272-B02D-8927-8DE9-30A71B1B5C03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15D95B6-3A29-FC02-EB48-9FEF5DF2BE2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EE3B5F9-3E74-DB4B-8449-14B55FBC13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379B76B1-565E-D6B4-A58D-F5B455AB933C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02AF821-05F9-F6C8-352E-991A3B7F530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17ECA61-F265-684D-5BC5-25BD519341D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249936D-46DB-340A-ADF8-78F415479855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2C15C50-2FF6-0A35-9919-1804313CC7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3C08F9B-98FC-EAA8-F170-9DFC72F1E2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6B638819-E938-92E6-85E3-83DB4781E6A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8A0F2E00-1F56-DA43-BC39-CF1D23BBE2D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2574F49-B0CA-ABD8-06B6-8B63313AC83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9DF8B14-A995-2A5D-D49A-5FEB6109B7AC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9DDC544-CFB7-FF35-C651-90DB255994C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519A7CF-36B0-E5DF-CA4C-E3305A017B1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9A1EE6FB-E3CE-2D3B-EEF8-29E237D90D77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D029D1-9105-EAFF-D51D-80FFB3E788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A37FCF64-A25F-B7B1-3231-F0ED02AB601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25A7B4E-B6B6-4A34-72D3-B680576DECA5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6598B5-E12E-2312-2D11-26F42AEFD3F5}"/>
              </a:ext>
            </a:extLst>
          </p:cNvPr>
          <p:cNvSpPr txBox="1"/>
          <p:nvPr/>
        </p:nvSpPr>
        <p:spPr>
          <a:xfrm>
            <a:off x="1936657" y="1653748"/>
            <a:ext cx="732130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structured form to enter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details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name, date, time, venue, price, seats, and category.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 clear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 Event button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finalize and post the event.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admins to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digitally manage and publish events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quickly and efficiently.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7A949F-3DD5-4A32-7D57-006253CC7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364" y="5351750"/>
            <a:ext cx="7270997" cy="44333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FB57DB-4966-5E26-0BFA-1D491FA51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972" y="1516796"/>
            <a:ext cx="8315368" cy="383495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E3B4CA2-7D7B-DF44-9FF8-8342620979AC}"/>
              </a:ext>
            </a:extLst>
          </p:cNvPr>
          <p:cNvSpPr txBox="1"/>
          <p:nvPr/>
        </p:nvSpPr>
        <p:spPr>
          <a:xfrm>
            <a:off x="10508727" y="6019380"/>
            <a:ext cx="706059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lang="en-US" sz="3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QR code option</a:t>
            </a:r>
            <a:r>
              <a:rPr lang="en-US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quick and secure ticket payment.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</a:t>
            </a:r>
            <a:r>
              <a:rPr lang="en-US" sz="3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amount to be paid</a:t>
            </a:r>
            <a:r>
              <a:rPr lang="en-US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confirms reservation after completion.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clear buttons for </a:t>
            </a:r>
            <a:r>
              <a:rPr lang="en-US" sz="3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payment confirmation or cancellation</a:t>
            </a:r>
            <a:r>
              <a:rPr lang="en-US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987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F2BA-FD67-88B5-D00A-FB42DF0E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E523E47-FF12-EB4F-CE4E-15E2BD90E35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0BF7AEA-D128-304C-183A-EB3077D12DC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E5B44C9-58D3-B109-89D1-E8FFD2315F0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4E56993-8907-140B-5665-32E2F0E72519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11C3DB8-7383-8D70-BB09-1A750F2C0F8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6851A8C-42BC-3992-679E-AF3EB93D8C8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FC4CA35-A97E-BE99-FA00-97839403BA62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06C0D29F-FB0D-BB96-D4AE-A8C22A8CB3E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DFDBF821-9269-FB5A-0458-881A0E029C5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4DA79A4-C081-806C-6C3A-C91A9D054D41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5FDCDD9-077E-974D-5AC5-094EB0F0F9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0BD027CC-442F-A18F-1E78-2F68E60EBF6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8743EF0-28DB-F432-0FD1-1CA6C5202E92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36A8DF1-B551-FE2A-F144-BEB434B06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61A89A0-58F9-057C-6EDE-74C4F5446F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F53D3D6-9FBD-55E1-7943-DBF89C0B7FD9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7FF8775B-97DF-7420-5EFD-8EB72B3097B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E0800F5-9605-6E15-B0D5-CC1C1DEF93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6835700-6327-3DF6-F246-625A9BB811E4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045791B-6506-76B9-2340-8EB2633D35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8D1A950-C54D-5AC4-4D6C-4E7E3BDFD21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76B9CD8-6827-A492-006D-876430D4A63E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DE122907-AE55-D4AB-0A97-62A51C31AE4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A2A6DCC-7E15-52F6-783E-563DE4EDE04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1B6F1BAB-47A0-DD22-93AF-14EAB24A610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D7F4897-BA88-6C0E-DA58-A9E65DADA3C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67B0E0F-78E1-D4C5-BB5E-6866A52ABF0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DA9535A-AF12-0C77-A819-68E316B95B01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B3566A7-7E62-ED9D-5F2B-3D6E594172E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966596B-4DE4-21F6-F8EB-0B1F9C6C8A90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D65E6BB-7A3E-1F80-BE43-504A3408DC11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CC6DFF-6FEB-8F4B-CAF5-E76C7611A2E6}"/>
              </a:ext>
            </a:extLst>
          </p:cNvPr>
          <p:cNvSpPr txBox="1"/>
          <p:nvPr/>
        </p:nvSpPr>
        <p:spPr>
          <a:xfrm>
            <a:off x="3069826" y="6361821"/>
            <a:ext cx="1271094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 table of </a:t>
            </a: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students, events, tickets, and total cost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easy tracking.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admins with options to </a:t>
            </a: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bookings or cancel entries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 centralized log for </a:t>
            </a: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event registrations efficiently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FC446E0-B014-F092-BC18-96D050710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723" y="1333721"/>
            <a:ext cx="14403584" cy="465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851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612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9BEEF2-5167-F517-17B1-44071F682F8F}"/>
              </a:ext>
            </a:extLst>
          </p:cNvPr>
          <p:cNvSpPr txBox="1"/>
          <p:nvPr/>
        </p:nvSpPr>
        <p:spPr>
          <a:xfrm>
            <a:off x="2689939" y="1324262"/>
            <a:ext cx="14040852" cy="1120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endParaRPr lang="en-US"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1.Time saving and Fully Automated.</a:t>
            </a:r>
          </a:p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Real-time ticket availability and instant confirmation.</a:t>
            </a:r>
          </a:p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Easy access and user-friendly interface.</a:t>
            </a:r>
            <a:endParaRPr lang="en-US" sz="3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 </a:t>
            </a:r>
          </a:p>
          <a:p>
            <a:endParaRPr lang="en-US"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Initial setup and development complexity.</a:t>
            </a:r>
          </a:p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2.Internet Dependency(Stable Internet connection is Required).</a:t>
            </a:r>
          </a:p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3.Security and Malpractice Issues.</a:t>
            </a:r>
          </a:p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Depends on system/server availability.</a:t>
            </a:r>
          </a:p>
          <a:p>
            <a:pPr marL="457200" indent="-457200">
              <a:buFontTx/>
              <a:buChar char="-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1534</Words>
  <Application>Microsoft Office PowerPoint</Application>
  <PresentationFormat>Custom</PresentationFormat>
  <Paragraphs>377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Times New Roman</vt:lpstr>
      <vt:lpstr>Gotham</vt:lpstr>
      <vt:lpstr>Bookman Old Style</vt:lpstr>
      <vt:lpstr>Calibri</vt:lpstr>
      <vt:lpstr>Wingdings</vt:lpstr>
      <vt:lpstr>Cambria</vt:lpstr>
      <vt:lpstr>Gotham Bold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PAVITHRA</dc:creator>
  <cp:lastModifiedBy>vinay sindamkar</cp:lastModifiedBy>
  <cp:revision>14</cp:revision>
  <dcterms:created xsi:type="dcterms:W3CDTF">2006-08-16T00:00:00Z</dcterms:created>
  <dcterms:modified xsi:type="dcterms:W3CDTF">2026-05-05T17:50:26Z</dcterms:modified>
  <dc:identifier>DAHCaYqJ9OU</dc:identifier>
</cp:coreProperties>
</file>