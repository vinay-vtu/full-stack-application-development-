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51" d="100"/>
          <a:sy n="51" d="100"/>
        </p:scale>
        <p:origin x="91" y="6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sindamkar" userId="33dcfbd4db4021f8" providerId="LiveId" clId="{850B0AF2-1148-4B70-97DF-536EEE357E5C}"/>
    <pc:docChg chg="undo custSel modSld">
      <pc:chgData name="vinay sindamkar" userId="33dcfbd4db4021f8" providerId="LiveId" clId="{850B0AF2-1148-4B70-97DF-536EEE357E5C}" dt="2026-03-03T15:24:12.758" v="72" actId="20577"/>
      <pc:docMkLst>
        <pc:docMk/>
      </pc:docMkLst>
      <pc:sldChg chg="modSp mod">
        <pc:chgData name="vinay sindamkar" userId="33dcfbd4db4021f8" providerId="LiveId" clId="{850B0AF2-1148-4B70-97DF-536EEE357E5C}" dt="2026-03-03T15:24:12.758" v="72" actId="20577"/>
        <pc:sldMkLst>
          <pc:docMk/>
          <pc:sldMk cId="0" sldId="256"/>
        </pc:sldMkLst>
        <pc:spChg chg="mod">
          <ac:chgData name="vinay sindamkar" userId="33dcfbd4db4021f8" providerId="LiveId" clId="{850B0AF2-1148-4B70-97DF-536EEE357E5C}" dt="2026-03-03T15:23:39.127" v="66" actId="20577"/>
          <ac:spMkLst>
            <pc:docMk/>
            <pc:sldMk cId="0" sldId="256"/>
            <ac:spMk id="14" creationId="{EA8EEF4A-EB43-B7D9-87FC-7C7D752BCA78}"/>
          </ac:spMkLst>
        </pc:spChg>
        <pc:spChg chg="mod">
          <ac:chgData name="vinay sindamkar" userId="33dcfbd4db4021f8" providerId="LiveId" clId="{850B0AF2-1148-4B70-97DF-536EEE357E5C}" dt="2026-03-03T15:23:47.402" v="68" actId="1076"/>
          <ac:spMkLst>
            <pc:docMk/>
            <pc:sldMk cId="0" sldId="256"/>
            <ac:spMk id="16" creationId="{A7AA51DE-E8D7-A1B4-BC0D-B25C8A0C467A}"/>
          </ac:spMkLst>
        </pc:spChg>
        <pc:spChg chg="mod">
          <ac:chgData name="vinay sindamkar" userId="33dcfbd4db4021f8" providerId="LiveId" clId="{850B0AF2-1148-4B70-97DF-536EEE357E5C}" dt="2026-03-03T15:24:12.758" v="72" actId="20577"/>
          <ac:spMkLst>
            <pc:docMk/>
            <pc:sldMk cId="0" sldId="256"/>
            <ac:spMk id="27" creationId="{AC6C53BF-3850-6683-E07F-D595EC8B02B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a:t>
            </a:r>
            <a:r>
              <a:rPr lang="en-IN" sz="3600" b="1">
                <a:solidFill>
                  <a:srgbClr val="C00000"/>
                </a:solidFill>
                <a:latin typeface="Arial" panose="020B0604020202020204" pitchFamily="34" charset="0"/>
                <a:cs typeface="Arial" panose="020B0604020202020204" pitchFamily="34" charset="0"/>
              </a:rPr>
              <a:t>: 04-03-2026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Automated Quiz Engine with PDF Certification Generation</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VINAY SINDAMKAR – VTU25539 – 23UECS0608.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2157174"/>
          </a:xfrm>
          <a:prstGeom prst="rect">
            <a:avLst/>
          </a:prstGeom>
          <a:noFill/>
        </p:spPr>
        <p:txBody>
          <a:bodyPr wrap="square" rtlCol="0">
            <a:spAutoFit/>
          </a:bodyPr>
          <a:lstStyle/>
          <a:p>
            <a:r>
              <a:rPr lang="en-US" sz="2800" b="1" dirty="0">
                <a:solidFill>
                  <a:srgbClr val="0033CC"/>
                </a:solidFill>
              </a:rPr>
              <a:t>Background of the problem:</a:t>
            </a:r>
          </a:p>
          <a:p>
            <a:endParaRPr lang="en-US" sz="2800" dirty="0"/>
          </a:p>
          <a:p>
            <a:r>
              <a:rPr lang="en-IN" sz="2800" dirty="0"/>
              <a:t>Traditional quizzes lack automation and certification features.</a:t>
            </a:r>
          </a:p>
          <a:p>
            <a:endParaRPr lang="en-US" sz="2800" dirty="0"/>
          </a:p>
          <a:p>
            <a:r>
              <a:rPr lang="en-US" sz="2800" b="1" dirty="0">
                <a:solidFill>
                  <a:srgbClr val="0033CC"/>
                </a:solidFill>
              </a:rPr>
              <a:t>Why this project is important:</a:t>
            </a:r>
          </a:p>
          <a:p>
            <a:endParaRPr lang="en-US" sz="2800" dirty="0"/>
          </a:p>
          <a:p>
            <a:r>
              <a:rPr lang="en-US" sz="2800" dirty="0"/>
              <a:t>It streamlines learning assessments and validates knowledge instantly.</a:t>
            </a:r>
          </a:p>
          <a:p>
            <a:endParaRPr lang="en-US" sz="2800" b="1" dirty="0"/>
          </a:p>
          <a:p>
            <a:r>
              <a:rPr lang="en-US" sz="2800" b="1" dirty="0">
                <a:solidFill>
                  <a:srgbClr val="0033CC"/>
                </a:solidFill>
              </a:rPr>
              <a:t>Real-world relevance:</a:t>
            </a:r>
          </a:p>
          <a:p>
            <a:endParaRPr lang="en-US" sz="2800" dirty="0"/>
          </a:p>
          <a:p>
            <a:r>
              <a:rPr lang="en-US" sz="2800" dirty="0"/>
              <a:t>Useful for online courses, corporate training, and skill evaluations.</a:t>
            </a:r>
          </a:p>
          <a:p>
            <a:endParaRPr lang="en-US" sz="2800" dirty="0"/>
          </a:p>
          <a:p>
            <a:r>
              <a:rPr lang="en-US" sz="2800" b="1" dirty="0">
                <a:solidFill>
                  <a:srgbClr val="0033CC"/>
                </a:solidFill>
              </a:rPr>
              <a:t>Brief overview of the system:</a:t>
            </a:r>
          </a:p>
          <a:p>
            <a:endParaRPr lang="en-US" sz="2800" dirty="0"/>
          </a:p>
          <a:p>
            <a:r>
              <a:rPr lang="en-US" sz="2800" dirty="0"/>
              <a:t>An automated quiz engine that generates results and issues PDF certificates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864513"/>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In many educational institutions and training platforms, quizzes are conducted manually or using basic systems that lack automation. This creates difficulties in managing users, organizing quizzes, evaluating answers, and generating results efficiently. Manual evaluation consumes time and may lead to calculation errors. Generating certificates separately also increases administrative workload. There is a need for a secure, reliable, and fully automated quiz system that can manage users, conduct quizzes, calculate scores instantly, and generate certificates automatically. Such a system improves accuracy, saves time, and enhances overall performance.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6986528"/>
          </a:xfrm>
          <a:prstGeom prst="rect">
            <a:avLst/>
          </a:prstGeom>
          <a:noFill/>
        </p:spPr>
        <p:txBody>
          <a:bodyPr wrap="square" rtlCol="0">
            <a:sp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algn="just"/>
            <a:r>
              <a:rPr lang="en-US" sz="2800" dirty="0"/>
              <a:t>1.To design and develop a web-based Automated Quiz Engine with secure user authentication and quiz management features.</a:t>
            </a:r>
          </a:p>
          <a:p>
            <a:pPr algn="just"/>
            <a:endParaRPr lang="en-US" sz="2800" dirty="0"/>
          </a:p>
          <a:p>
            <a:pPr algn="just"/>
            <a:r>
              <a:rPr lang="en-US" sz="2800" dirty="0"/>
              <a:t>2. To implement automatic quiz evaluation and PDF certificate generation with accurate score calculation.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web-based Automated Quiz Engine that manages users, quizzes, evaluation, and certificate generation in one platform</a:t>
            </a:r>
          </a:p>
          <a:p>
            <a:pPr lvl="1"/>
            <a:endParaRPr lang="en-US" sz="2800" dirty="0"/>
          </a:p>
          <a:p>
            <a:pPr marL="457200" indent="-457200">
              <a:buFontTx/>
              <a:buChar char="-"/>
            </a:pPr>
            <a:r>
              <a:rPr lang="en-US" sz="2800" dirty="0"/>
              <a:t>2. It allows users to register and attend quizzes easily.</a:t>
            </a:r>
          </a:p>
          <a:p>
            <a:pPr marL="457200" indent="-457200">
              <a:buFontTx/>
              <a:buChar char="-"/>
            </a:pPr>
            <a:endParaRPr lang="en-US" sz="2800" dirty="0"/>
          </a:p>
          <a:p>
            <a:pPr marL="457200" indent="-457200">
              <a:buFontTx/>
              <a:buChar char="-"/>
            </a:pPr>
            <a:r>
              <a:rPr lang="en-US" sz="2800" dirty="0"/>
              <a:t>3. Admin can create and manage quizzes and questions.</a:t>
            </a:r>
          </a:p>
          <a:p>
            <a:pPr marL="457200" indent="-457200">
              <a:buFontTx/>
              <a:buChar char="-"/>
            </a:pPr>
            <a:endParaRPr lang="en-US" sz="2800" dirty="0"/>
          </a:p>
          <a:p>
            <a:pPr marL="457200" indent="-457200">
              <a:buFontTx/>
              <a:buChar char="-"/>
            </a:pPr>
            <a:r>
              <a:rPr lang="en-US" sz="2800" dirty="0"/>
              <a:t>4. The system checks answers and calculates marks automatically.</a:t>
            </a:r>
          </a:p>
          <a:p>
            <a:pPr marL="457200" indent="-457200">
              <a:buFontTx/>
              <a:buChar char="-"/>
            </a:pPr>
            <a:endParaRPr lang="en-US" sz="2800" dirty="0"/>
          </a:p>
          <a:p>
            <a:pPr marL="457200" indent="-457200">
              <a:buFontTx/>
              <a:buChar char="-"/>
            </a:pPr>
            <a:r>
              <a:rPr lang="en-US" sz="2800" dirty="0"/>
              <a:t>5. It generates certificates for students who pass the quiz.</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result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C2D3EAC-6D1E-3D9A-E3A4-640F2B385865}"/>
              </a:ext>
            </a:extLst>
          </p:cNvPr>
          <p:cNvPicPr>
            <a:picLocks noChangeAspect="1"/>
          </p:cNvPicPr>
          <p:nvPr/>
        </p:nvPicPr>
        <p:blipFill>
          <a:blip r:embed="rId4"/>
          <a:stretch>
            <a:fillRect/>
          </a:stretch>
        </p:blipFill>
        <p:spPr>
          <a:xfrm>
            <a:off x="3015634" y="1923425"/>
            <a:ext cx="12877800" cy="69451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0395DB5-DE82-F2F0-C881-F526B20CD490}"/>
              </a:ext>
            </a:extLst>
          </p:cNvPr>
          <p:cNvPicPr>
            <a:picLocks noChangeAspect="1"/>
          </p:cNvPicPr>
          <p:nvPr/>
        </p:nvPicPr>
        <p:blipFill>
          <a:blip r:embed="rId4"/>
          <a:stretch>
            <a:fillRect/>
          </a:stretch>
        </p:blipFill>
        <p:spPr>
          <a:xfrm>
            <a:off x="2209801" y="1428231"/>
            <a:ext cx="14103620" cy="74305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3880723"/>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endParaRPr lang="en-US" sz="2800" dirty="0"/>
          </a:p>
          <a:p>
            <a:r>
              <a:rPr lang="en-US" sz="2800" dirty="0">
                <a:solidFill>
                  <a:srgbClr val="0033CC"/>
                </a:solidFill>
              </a:rPr>
              <a:t>Tools:</a:t>
            </a:r>
          </a:p>
          <a:p>
            <a:endParaRPr lang="en-US" sz="2800" dirty="0">
              <a:solidFill>
                <a:srgbClr val="0033CC"/>
              </a:solidFill>
            </a:endParaRPr>
          </a:p>
          <a:p>
            <a:r>
              <a:rPr lang="en-US" sz="2800" dirty="0"/>
              <a:t>1.Eclipse IDE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8279190"/>
          </a:xfrm>
          <a:prstGeom prst="rect">
            <a:avLst/>
          </a:prstGeom>
          <a:noFill/>
        </p:spPr>
        <p:txBody>
          <a:bodyPr wrap="square" rtlCol="0">
            <a:spAutoFit/>
          </a:bodyPr>
          <a:lstStyle/>
          <a:p>
            <a:endParaRPr lang="en-IN" sz="2800" b="1" dirty="0"/>
          </a:p>
          <a:p>
            <a:r>
              <a:rPr lang="en-IN" sz="2800" b="1" dirty="0"/>
              <a:t>Module 1: User Management</a:t>
            </a:r>
          </a:p>
          <a:p>
            <a:r>
              <a:rPr lang="en-IN" sz="2800" dirty="0"/>
              <a:t>Handles user registration, login, and profile management with secure authentication.</a:t>
            </a:r>
          </a:p>
          <a:p>
            <a:endParaRPr lang="en-IN" sz="2800" dirty="0"/>
          </a:p>
          <a:p>
            <a:r>
              <a:rPr lang="en-IN" sz="2800" b="1" dirty="0"/>
              <a:t>Module 2: Quiz Management</a:t>
            </a:r>
          </a:p>
          <a:p>
            <a:r>
              <a:rPr lang="en-IN" sz="2800" dirty="0"/>
              <a:t>Allows Admin to create , update , delete , quizzes and manage questions.</a:t>
            </a:r>
          </a:p>
          <a:p>
            <a:endParaRPr lang="en-IN" sz="2800" dirty="0"/>
          </a:p>
          <a:p>
            <a:r>
              <a:rPr lang="en-IN" sz="2800" b="1" dirty="0"/>
              <a:t>Module 3: Quiz Execution &amp; Evaluation</a:t>
            </a:r>
          </a:p>
          <a:p>
            <a:r>
              <a:rPr lang="en-IN" sz="2800" dirty="0"/>
              <a:t>Conducts quizzes , record answers,  and automatically calculates scores.</a:t>
            </a:r>
          </a:p>
          <a:p>
            <a:endParaRPr lang="en-IN" sz="2800" dirty="0"/>
          </a:p>
          <a:p>
            <a:r>
              <a:rPr lang="en-IN" sz="2800" b="1" dirty="0"/>
              <a:t>Module 4: Certificate Generation</a:t>
            </a:r>
          </a:p>
          <a:p>
            <a:r>
              <a:rPr lang="en-US" sz="2800" dirty="0"/>
              <a:t>Generates and downloads PDF certificates for users who pass the quiz.</a:t>
            </a:r>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Login Page / 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8192608-9FDC-3A87-1CC0-0865A2E23E3B}"/>
              </a:ext>
            </a:extLst>
          </p:cNvPr>
          <p:cNvPicPr>
            <a:picLocks noChangeAspect="1"/>
          </p:cNvPicPr>
          <p:nvPr/>
        </p:nvPicPr>
        <p:blipFill>
          <a:blip r:embed="rId4"/>
          <a:stretch>
            <a:fillRect/>
          </a:stretch>
        </p:blipFill>
        <p:spPr>
          <a:xfrm>
            <a:off x="1821094" y="2523945"/>
            <a:ext cx="15438206" cy="595450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Main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4A5EB4E3-78A0-ECCC-B66F-B46B5822507D}"/>
              </a:ext>
            </a:extLst>
          </p:cNvPr>
          <p:cNvPicPr>
            <a:picLocks noChangeAspect="1"/>
          </p:cNvPicPr>
          <p:nvPr/>
        </p:nvPicPr>
        <p:blipFill>
          <a:blip r:embed="rId4"/>
          <a:stretch>
            <a:fillRect/>
          </a:stretch>
        </p:blipFill>
        <p:spPr>
          <a:xfrm>
            <a:off x="1981200" y="2171700"/>
            <a:ext cx="14465569" cy="74676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3930EDD6-4BAE-1CF3-C3E8-1A986A4A3689}"/>
              </a:ext>
            </a:extLst>
          </p:cNvPr>
          <p:cNvPicPr>
            <a:picLocks noChangeAspect="1"/>
          </p:cNvPicPr>
          <p:nvPr/>
        </p:nvPicPr>
        <p:blipFill>
          <a:blip r:embed="rId4"/>
          <a:stretch>
            <a:fillRect/>
          </a:stretch>
        </p:blipFill>
        <p:spPr>
          <a:xfrm>
            <a:off x="1728050" y="1265169"/>
            <a:ext cx="14960871" cy="8798679"/>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F174068-4ADE-4069-AD35-5679D14678A1}"/>
              </a:ext>
            </a:extLst>
          </p:cNvPr>
          <p:cNvPicPr>
            <a:picLocks noChangeAspect="1"/>
          </p:cNvPicPr>
          <p:nvPr/>
        </p:nvPicPr>
        <p:blipFill>
          <a:blip r:embed="rId4"/>
          <a:stretch>
            <a:fillRect/>
          </a:stretch>
        </p:blipFill>
        <p:spPr>
          <a:xfrm>
            <a:off x="1920008" y="2245318"/>
            <a:ext cx="8021169" cy="5744377"/>
          </a:xfrm>
          <a:prstGeom prst="rect">
            <a:avLst/>
          </a:prstGeom>
        </p:spPr>
      </p:pic>
      <p:pic>
        <p:nvPicPr>
          <p:cNvPr id="5" name="Picture 4">
            <a:extLst>
              <a:ext uri="{FF2B5EF4-FFF2-40B4-BE49-F238E27FC236}">
                <a16:creationId xmlns:a16="http://schemas.microsoft.com/office/drawing/2014/main" id="{6BA68DD6-1CBA-E8F3-4674-769E1BE97BA2}"/>
              </a:ext>
            </a:extLst>
          </p:cNvPr>
          <p:cNvPicPr>
            <a:picLocks noChangeAspect="1"/>
          </p:cNvPicPr>
          <p:nvPr/>
        </p:nvPicPr>
        <p:blipFill>
          <a:blip r:embed="rId5"/>
          <a:stretch>
            <a:fillRect/>
          </a:stretch>
        </p:blipFill>
        <p:spPr>
          <a:xfrm>
            <a:off x="10693708" y="2012611"/>
            <a:ext cx="6992326" cy="5820587"/>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710077"/>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2.Instant Certificate Generation.</a:t>
            </a:r>
          </a:p>
          <a:p>
            <a:r>
              <a:rPr lang="en-US" sz="2800" dirty="0"/>
              <a:t>3.Easy Access &amp; Scalable.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1.Limited to Objective-Type Questions.</a:t>
            </a:r>
          </a:p>
          <a:p>
            <a:r>
              <a:rPr lang="en-US" sz="2800" dirty="0"/>
              <a:t>2.Internet Dependency(Stable Internet connection is Required).</a:t>
            </a:r>
          </a:p>
          <a:p>
            <a:r>
              <a:rPr lang="en-US" sz="2800" dirty="0"/>
              <a:t>3.Security and Malpractice Issues.</a:t>
            </a:r>
          </a:p>
          <a:p>
            <a:r>
              <a:rPr lang="en-US" sz="2800" dirty="0"/>
              <a:t>4.Certificate Misuse.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TotalTime>
  <Words>717</Words>
  <Application>Microsoft Office PowerPoint</Application>
  <PresentationFormat>Custom</PresentationFormat>
  <Paragraphs>350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Gotham Bold Italics</vt:lpstr>
      <vt:lpstr>Gotham</vt:lpstr>
      <vt:lpstr>Cambria</vt:lpstr>
      <vt:lpstr>Arial</vt:lpstr>
      <vt:lpstr>Times New Roman</vt:lpstr>
      <vt:lpstr>Bookman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vinay sindamkar</cp:lastModifiedBy>
  <cp:revision>11</cp:revision>
  <dcterms:created xsi:type="dcterms:W3CDTF">2006-08-16T00:00:00Z</dcterms:created>
  <dcterms:modified xsi:type="dcterms:W3CDTF">2026-03-03T15:24:15Z</dcterms:modified>
  <dc:identifier>DAHCaYqJ9OU</dc:identifier>
</cp:coreProperties>
</file>