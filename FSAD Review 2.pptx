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55AD54-40E2-4215-BA68-96852E74E26E}" v="8" dt="2026-04-19T12:23:13.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48" d="100"/>
          <a:sy n="48" d="100"/>
        </p:scale>
        <p:origin x="91" y="4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sindamkar" userId="33dcfbd4db4021f8" providerId="LiveId" clId="{850B0AF2-1148-4B70-97DF-536EEE357E5C}"/>
    <pc:docChg chg="undo custSel modSld sldOrd">
      <pc:chgData name="vinay sindamkar" userId="33dcfbd4db4021f8" providerId="LiveId" clId="{850B0AF2-1148-4B70-97DF-536EEE357E5C}" dt="2026-04-21T04:17:26.308" v="354" actId="20577"/>
      <pc:docMkLst>
        <pc:docMk/>
      </pc:docMkLst>
      <pc:sldChg chg="modSp mod">
        <pc:chgData name="vinay sindamkar" userId="33dcfbd4db4021f8" providerId="LiveId" clId="{850B0AF2-1148-4B70-97DF-536EEE357E5C}" dt="2026-04-21T04:17:26.308" v="354" actId="20577"/>
        <pc:sldMkLst>
          <pc:docMk/>
          <pc:sldMk cId="0" sldId="256"/>
        </pc:sldMkLst>
        <pc:spChg chg="mod">
          <ac:chgData name="vinay sindamkar" userId="33dcfbd4db4021f8" providerId="LiveId" clId="{850B0AF2-1148-4B70-97DF-536EEE357E5C}" dt="2026-04-21T04:17:26.308" v="354" actId="20577"/>
          <ac:spMkLst>
            <pc:docMk/>
            <pc:sldMk cId="0" sldId="256"/>
            <ac:spMk id="14" creationId="{EA8EEF4A-EB43-B7D9-87FC-7C7D752BCA78}"/>
          </ac:spMkLst>
        </pc:spChg>
        <pc:spChg chg="mod">
          <ac:chgData name="vinay sindamkar" userId="33dcfbd4db4021f8" providerId="LiveId" clId="{850B0AF2-1148-4B70-97DF-536EEE357E5C}" dt="2026-04-20T05:52:29.545" v="255" actId="20577"/>
          <ac:spMkLst>
            <pc:docMk/>
            <pc:sldMk cId="0" sldId="256"/>
            <ac:spMk id="15" creationId="{6FF32D1A-2F9C-AC53-CCBD-ABF748DF236F}"/>
          </ac:spMkLst>
        </pc:spChg>
        <pc:spChg chg="mod">
          <ac:chgData name="vinay sindamkar" userId="33dcfbd4db4021f8" providerId="LiveId" clId="{850B0AF2-1148-4B70-97DF-536EEE357E5C}" dt="2026-04-20T05:52:24.639" v="254" actId="14100"/>
          <ac:spMkLst>
            <pc:docMk/>
            <pc:sldMk cId="0" sldId="256"/>
            <ac:spMk id="16" creationId="{A7AA51DE-E8D7-A1B4-BC0D-B25C8A0C467A}"/>
          </ac:spMkLst>
        </pc:spChg>
      </pc:sldChg>
      <pc:sldChg chg="addSp delSp mod">
        <pc:chgData name="vinay sindamkar" userId="33dcfbd4db4021f8" providerId="LiveId" clId="{850B0AF2-1148-4B70-97DF-536EEE357E5C}" dt="2026-04-19T12:59:01.890" v="51" actId="478"/>
        <pc:sldMkLst>
          <pc:docMk/>
          <pc:sldMk cId="1998101144" sldId="266"/>
        </pc:sldMkLst>
        <pc:picChg chg="add">
          <ac:chgData name="vinay sindamkar" userId="33dcfbd4db4021f8" providerId="LiveId" clId="{850B0AF2-1148-4B70-97DF-536EEE357E5C}" dt="2026-04-19T12:58:57.098" v="50" actId="22"/>
          <ac:picMkLst>
            <pc:docMk/>
            <pc:sldMk cId="1998101144" sldId="266"/>
            <ac:picMk id="3" creationId="{CE5B15B7-2C3C-C8CD-014A-8DAAA4FD6A76}"/>
          </ac:picMkLst>
        </pc:picChg>
      </pc:sldChg>
      <pc:sldChg chg="addSp delSp modSp mod">
        <pc:chgData name="vinay sindamkar" userId="33dcfbd4db4021f8" providerId="LiveId" clId="{850B0AF2-1148-4B70-97DF-536EEE357E5C}" dt="2026-04-19T13:02:34.298" v="66" actId="14100"/>
        <pc:sldMkLst>
          <pc:docMk/>
          <pc:sldMk cId="47544820" sldId="267"/>
        </pc:sldMkLst>
        <pc:picChg chg="add mod">
          <ac:chgData name="vinay sindamkar" userId="33dcfbd4db4021f8" providerId="LiveId" clId="{850B0AF2-1148-4B70-97DF-536EEE357E5C}" dt="2026-04-19T13:00:58.365" v="58" actId="14100"/>
          <ac:picMkLst>
            <pc:docMk/>
            <pc:sldMk cId="47544820" sldId="267"/>
            <ac:picMk id="3" creationId="{C76FFD86-A0A3-9B84-E0B8-6D7B257FC3D1}"/>
          </ac:picMkLst>
        </pc:picChg>
        <pc:picChg chg="add mod">
          <ac:chgData name="vinay sindamkar" userId="33dcfbd4db4021f8" providerId="LiveId" clId="{850B0AF2-1148-4B70-97DF-536EEE357E5C}" dt="2026-04-19T13:02:34.298" v="66" actId="14100"/>
          <ac:picMkLst>
            <pc:docMk/>
            <pc:sldMk cId="47544820" sldId="267"/>
            <ac:picMk id="38" creationId="{96658FA6-3061-6A88-04C2-6F4B956F8B50}"/>
          </ac:picMkLst>
        </pc:picChg>
      </pc:sldChg>
      <pc:sldChg chg="addSp delSp modSp mod">
        <pc:chgData name="vinay sindamkar" userId="33dcfbd4db4021f8" providerId="LiveId" clId="{850B0AF2-1148-4B70-97DF-536EEE357E5C}" dt="2026-04-19T13:05:47.065" v="80" actId="14100"/>
        <pc:sldMkLst>
          <pc:docMk/>
          <pc:sldMk cId="84889951" sldId="268"/>
        </pc:sldMkLst>
        <pc:picChg chg="add mod">
          <ac:chgData name="vinay sindamkar" userId="33dcfbd4db4021f8" providerId="LiveId" clId="{850B0AF2-1148-4B70-97DF-536EEE357E5C}" dt="2026-04-19T13:05:47.065" v="80" actId="14100"/>
          <ac:picMkLst>
            <pc:docMk/>
            <pc:sldMk cId="84889951" sldId="268"/>
            <ac:picMk id="4" creationId="{05F82EA4-5EAE-1C62-E03B-68DFB594E798}"/>
          </ac:picMkLst>
        </pc:picChg>
        <pc:picChg chg="add mod">
          <ac:chgData name="vinay sindamkar" userId="33dcfbd4db4021f8" providerId="LiveId" clId="{850B0AF2-1148-4B70-97DF-536EEE357E5C}" dt="2026-04-19T13:05:41.942" v="79" actId="14100"/>
          <ac:picMkLst>
            <pc:docMk/>
            <pc:sldMk cId="84889951" sldId="268"/>
            <ac:picMk id="38" creationId="{7D468CA6-9128-BF18-A44C-82FD62C2616B}"/>
          </ac:picMkLst>
        </pc:picChg>
      </pc:sldChg>
      <pc:sldChg chg="addSp delSp modSp mod">
        <pc:chgData name="vinay sindamkar" userId="33dcfbd4db4021f8" providerId="LiveId" clId="{850B0AF2-1148-4B70-97DF-536EEE357E5C}" dt="2026-04-19T12:49:58.407" v="47" actId="14100"/>
        <pc:sldMkLst>
          <pc:docMk/>
          <pc:sldMk cId="0" sldId="274"/>
        </pc:sldMkLst>
        <pc:spChg chg="mod">
          <ac:chgData name="vinay sindamkar" userId="33dcfbd4db4021f8" providerId="LiveId" clId="{850B0AF2-1148-4B70-97DF-536EEE357E5C}" dt="2026-04-19T12:22:08.197" v="15" actId="1076"/>
          <ac:spMkLst>
            <pc:docMk/>
            <pc:sldMk cId="0" sldId="274"/>
            <ac:spMk id="43" creationId="{25F9D4B0-38FE-DBA4-164D-1745B68379A5}"/>
          </ac:spMkLst>
        </pc:spChg>
        <pc:picChg chg="add mod">
          <ac:chgData name="vinay sindamkar" userId="33dcfbd4db4021f8" providerId="LiveId" clId="{850B0AF2-1148-4B70-97DF-536EEE357E5C}" dt="2026-04-19T12:49:58.407" v="47" actId="14100"/>
          <ac:picMkLst>
            <pc:docMk/>
            <pc:sldMk cId="0" sldId="274"/>
            <ac:picMk id="3" creationId="{BBBE09E7-4D1C-71C8-46E7-7E770797BC85}"/>
          </ac:picMkLst>
        </pc:picChg>
      </pc:sldChg>
      <pc:sldChg chg="ord">
        <pc:chgData name="vinay sindamkar" userId="33dcfbd4db4021f8" providerId="LiveId" clId="{850B0AF2-1148-4B70-97DF-536EEE357E5C}" dt="2026-04-19T12:56:22.611" v="49"/>
        <pc:sldMkLst>
          <pc:docMk/>
          <pc:sldMk cId="0" sldId="275"/>
        </pc:sldMkLst>
      </pc:sldChg>
      <pc:sldChg chg="addSp delSp mod">
        <pc:chgData name="vinay sindamkar" userId="33dcfbd4db4021f8" providerId="LiveId" clId="{850B0AF2-1148-4B70-97DF-536EEE357E5C}" dt="2026-04-19T12:59:55.848" v="53" actId="22"/>
        <pc:sldMkLst>
          <pc:docMk/>
          <pc:sldMk cId="2811513911" sldId="279"/>
        </pc:sldMkLst>
        <pc:picChg chg="add">
          <ac:chgData name="vinay sindamkar" userId="33dcfbd4db4021f8" providerId="LiveId" clId="{850B0AF2-1148-4B70-97DF-536EEE357E5C}" dt="2026-04-19T12:59:55.848" v="53" actId="22"/>
          <ac:picMkLst>
            <pc:docMk/>
            <pc:sldMk cId="2811513911" sldId="279"/>
            <ac:picMk id="3" creationId="{AE54E456-B83C-D035-0154-336285123F6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38200" y="7711082"/>
            <a:ext cx="10210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VINAY VIKRANT SINDAMKAR – VTU25539 – 23UECS0608</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1501640" y="6972300"/>
            <a:ext cx="15784162"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9(Industry ,Innovation ,&amp;Infrastructure) &amp; 12(Responsible Consumption and Production)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BBE09E7-4D1C-71C8-46E7-7E770797BC85}"/>
              </a:ext>
            </a:extLst>
          </p:cNvPr>
          <p:cNvPicPr>
            <a:picLocks noChangeAspect="1"/>
          </p:cNvPicPr>
          <p:nvPr/>
        </p:nvPicPr>
        <p:blipFill>
          <a:blip r:embed="rId3"/>
          <a:stretch>
            <a:fillRect/>
          </a:stretch>
        </p:blipFill>
        <p:spPr>
          <a:xfrm>
            <a:off x="3276600" y="1940495"/>
            <a:ext cx="12039600" cy="65723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E5B15B7-2C3C-C8CD-014A-8DAAA4FD6A76}"/>
              </a:ext>
            </a:extLst>
          </p:cNvPr>
          <p:cNvPicPr>
            <a:picLocks noChangeAspect="1"/>
          </p:cNvPicPr>
          <p:nvPr/>
        </p:nvPicPr>
        <p:blipFill>
          <a:blip r:embed="rId3"/>
          <a:stretch>
            <a:fillRect/>
          </a:stretch>
        </p:blipFill>
        <p:spPr>
          <a:xfrm>
            <a:off x="1969148" y="1645617"/>
            <a:ext cx="14349704" cy="6995766"/>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E54E456-B83C-D035-0154-336285123F62}"/>
              </a:ext>
            </a:extLst>
          </p:cNvPr>
          <p:cNvPicPr>
            <a:picLocks noChangeAspect="1"/>
          </p:cNvPicPr>
          <p:nvPr/>
        </p:nvPicPr>
        <p:blipFill>
          <a:blip r:embed="rId3"/>
          <a:stretch>
            <a:fillRect/>
          </a:stretch>
        </p:blipFill>
        <p:spPr>
          <a:xfrm>
            <a:off x="1915803" y="1706582"/>
            <a:ext cx="14456393" cy="6873836"/>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76FFD86-A0A3-9B84-E0B8-6D7B257FC3D1}"/>
              </a:ext>
            </a:extLst>
          </p:cNvPr>
          <p:cNvPicPr>
            <a:picLocks noChangeAspect="1"/>
          </p:cNvPicPr>
          <p:nvPr/>
        </p:nvPicPr>
        <p:blipFill>
          <a:blip r:embed="rId3"/>
          <a:stretch>
            <a:fillRect/>
          </a:stretch>
        </p:blipFill>
        <p:spPr>
          <a:xfrm>
            <a:off x="1995821" y="1695377"/>
            <a:ext cx="7148179" cy="6953322"/>
          </a:xfrm>
          <a:prstGeom prst="rect">
            <a:avLst/>
          </a:prstGeom>
        </p:spPr>
      </p:pic>
      <p:pic>
        <p:nvPicPr>
          <p:cNvPr id="38" name="Picture 37">
            <a:extLst>
              <a:ext uri="{FF2B5EF4-FFF2-40B4-BE49-F238E27FC236}">
                <a16:creationId xmlns:a16="http://schemas.microsoft.com/office/drawing/2014/main" id="{96658FA6-3061-6A88-04C2-6F4B956F8B50}"/>
              </a:ext>
            </a:extLst>
          </p:cNvPr>
          <p:cNvPicPr>
            <a:picLocks noChangeAspect="1"/>
          </p:cNvPicPr>
          <p:nvPr/>
        </p:nvPicPr>
        <p:blipFill>
          <a:blip r:embed="rId4"/>
          <a:stretch>
            <a:fillRect/>
          </a:stretch>
        </p:blipFill>
        <p:spPr>
          <a:xfrm>
            <a:off x="9273965" y="1741027"/>
            <a:ext cx="7067321" cy="695332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05F82EA4-5EAE-1C62-E03B-68DFB594E798}"/>
              </a:ext>
            </a:extLst>
          </p:cNvPr>
          <p:cNvPicPr>
            <a:picLocks noChangeAspect="1"/>
          </p:cNvPicPr>
          <p:nvPr/>
        </p:nvPicPr>
        <p:blipFill>
          <a:blip r:embed="rId3"/>
          <a:stretch>
            <a:fillRect/>
          </a:stretch>
        </p:blipFill>
        <p:spPr>
          <a:xfrm>
            <a:off x="8901765" y="1695376"/>
            <a:ext cx="8650647" cy="7163186"/>
          </a:xfrm>
          <a:prstGeom prst="rect">
            <a:avLst/>
          </a:prstGeom>
        </p:spPr>
      </p:pic>
      <p:pic>
        <p:nvPicPr>
          <p:cNvPr id="38" name="Picture 37">
            <a:extLst>
              <a:ext uri="{FF2B5EF4-FFF2-40B4-BE49-F238E27FC236}">
                <a16:creationId xmlns:a16="http://schemas.microsoft.com/office/drawing/2014/main" id="{7D468CA6-9128-BF18-A44C-82FD62C2616B}"/>
              </a:ext>
            </a:extLst>
          </p:cNvPr>
          <p:cNvPicPr>
            <a:picLocks noChangeAspect="1"/>
          </p:cNvPicPr>
          <p:nvPr/>
        </p:nvPicPr>
        <p:blipFill>
          <a:blip r:embed="rId4"/>
          <a:stretch>
            <a:fillRect/>
          </a:stretch>
        </p:blipFill>
        <p:spPr>
          <a:xfrm>
            <a:off x="2293187" y="1695376"/>
            <a:ext cx="6608577" cy="7163186"/>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784</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Cambria</vt:lpstr>
      <vt:lpstr>Arial</vt:lpstr>
      <vt:lpstr>Gotham Bold Italics</vt:lpstr>
      <vt:lpstr>Bookman Old Style</vt:lpstr>
      <vt:lpstr>Times New Roman</vt:lpstr>
      <vt:lpstr>Gotham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vinay sindamkar</cp:lastModifiedBy>
  <cp:revision>24</cp:revision>
  <dcterms:created xsi:type="dcterms:W3CDTF">2006-08-16T00:00:00Z</dcterms:created>
  <dcterms:modified xsi:type="dcterms:W3CDTF">2026-04-21T04:17:31Z</dcterms:modified>
  <dc:identifier>DAHCaYqJ9OU</dc:identifier>
</cp:coreProperties>
</file>